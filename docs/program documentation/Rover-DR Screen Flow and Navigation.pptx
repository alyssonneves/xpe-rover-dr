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ED5C24-C356-04BF-2DBE-B0FCC335CF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3C7413-5FF7-1611-360A-6F4EE53C46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B41EAC-931F-83F1-9FFA-1B75E8458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D122-1D5E-4971-8D8D-BD3B187FB7DA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32B135-49D4-2577-3504-A633579D0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9D8DE9-F76D-3650-1D01-446131CBC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67CA3-6695-46A3-8F65-1E508E87DB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8826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3ABEE6-7A47-919C-2E42-5D9BE0AAF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0CAA48-3059-12DC-157E-A7DCCF70B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2B0389-53A8-624D-BB9D-91B95F106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D122-1D5E-4971-8D8D-BD3B187FB7DA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E30D65-DC47-3796-993B-95A0B345F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4DDF2E-326A-C4A4-4FD4-09EEB8326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67CA3-6695-46A3-8F65-1E508E87DB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446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991D0-6056-BBC0-DEC3-EBCEB19E4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859316-299E-A87F-91B4-EB8012377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624A8F-6F15-B58F-E306-5D8EC33FF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D122-1D5E-4971-8D8D-BD3B187FB7DA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90DF69-74FC-EA14-F40E-5621DCC16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4535D8-141F-ABD8-EB43-971913E5C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67CA3-6695-46A3-8F65-1E508E87DB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821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30C900-CB06-23DB-11C8-29FB43F80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8D2BAF-7E29-00B3-7658-2834C77DF8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6C62E6B-BE07-DF5A-A933-ADD74DAB61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4D9A281-9B09-DD88-6663-D4FB28238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D122-1D5E-4971-8D8D-BD3B187FB7DA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176E06F-774B-A7E1-8C9C-0EBF291B0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94CB9D4-D8EE-3009-E02A-50A45A75A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67CA3-6695-46A3-8F65-1E508E87DB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530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903C17-CA47-1B51-47EE-50F5F98F3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CCF7F2-8C17-8DF2-EA5D-999CCA228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4C10322-E0F5-0B29-9019-BC79C8A170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CF6E4FE-E810-1393-42BD-F2CA67EC76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EA01B4B-F044-8345-684F-BB8F149CCE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A525EE0-8E63-6EA5-0129-8C6BE702E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D122-1D5E-4971-8D8D-BD3B187FB7DA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CF019CB-5F3F-F5BF-B353-A3634F716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09BAFF9-B163-1FF6-91AE-75DBA262B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67CA3-6695-46A3-8F65-1E508E87DB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7075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080F37-4982-A6D2-F8DC-BD5B2B412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156B90E-1163-489C-8981-D8367B7D3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D122-1D5E-4971-8D8D-BD3B187FB7DA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D9BA1F-C6A0-64B2-7F2F-3194D115F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152F715-6C2E-24A8-1013-0CC806995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67CA3-6695-46A3-8F65-1E508E87DB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4305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988E16E-E179-9416-875B-3587E84D2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D122-1D5E-4971-8D8D-BD3B187FB7DA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C9F2204-B962-6B57-965A-63EE9EF7E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C4067D9-0DC9-0687-2703-2288F642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67CA3-6695-46A3-8F65-1E508E87DB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3822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A002B1-B314-B227-5E56-BAEABF147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944C99-4353-6CB6-8576-D2391E60C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301087E-2E00-1196-4FE4-608492ACC1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3F99FE1-BFC0-2478-6C90-F9A35CF24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D122-1D5E-4971-8D8D-BD3B187FB7DA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26158E-2B18-F4C0-12E2-95B926B99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B950AD-77A7-1FDB-6B71-6784C6301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67CA3-6695-46A3-8F65-1E508E87DB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2536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7C59A-A74D-3F33-71DE-9A94CC27C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A73928E-6995-B602-908C-EBB2E79CDE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5E59F04-45F8-C449-5CC3-633D6F8EED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A54F5A5-7995-E683-6515-3E4BFAB0F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D122-1D5E-4971-8D8D-BD3B187FB7DA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D0D92A-26D4-0F79-9724-485179CD2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6129D5E-3C27-42AF-E685-E26289CD3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67CA3-6695-46A3-8F65-1E508E87DB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6196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E4F824-1E5E-4640-47E9-3EF00C5DA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92EBC7F-AE2D-BFBF-60AA-928121CDFE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F6FE27-846D-4AF2-DA3B-DA9019703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D122-1D5E-4971-8D8D-BD3B187FB7DA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56C09E-E004-4009-FD98-B3CC3287B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326D07-D8B9-24D9-43A5-828E72DD1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67CA3-6695-46A3-8F65-1E508E87DB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9914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3156ABC-EA2C-1034-EBCC-82FB485038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3A43171-3EC6-096D-C98D-32F76F0A1E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0526BB-6C63-0563-2A02-EFE15611C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9D122-1D5E-4971-8D8D-BD3B187FB7DA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6FEC76-E202-C358-7551-EA0B2FF43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B6735F-5C8B-B4BE-376C-EA9EC9CEB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67CA3-6695-46A3-8F65-1E508E87DB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2994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A36AE88-B5EE-7333-F252-F974E1A3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4735814-0176-69B3-133B-4FF86C947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714C1A-90BF-8B26-5809-524EDA7A2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B9D122-1D5E-4971-8D8D-BD3B187FB7DA}" type="datetimeFigureOut">
              <a:rPr lang="pt-BR" smtClean="0"/>
              <a:t>05/07/2026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BDDC17-70F9-6D5F-CF83-77A32B02D0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E657D4-3265-7291-25F4-0173256E77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767CA3-6695-46A3-8F65-1E508E87DB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725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3" Type="http://schemas.openxmlformats.org/officeDocument/2006/relationships/image" Target="../media/image16.png"/><Relationship Id="rId21" Type="http://schemas.openxmlformats.org/officeDocument/2006/relationships/image" Target="../media/image34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image" Target="../media/image15.png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23" Type="http://schemas.openxmlformats.org/officeDocument/2006/relationships/image" Target="../media/image36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0DA424E-616E-BC4D-4B4D-8AE697F524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992028" y="4877260"/>
            <a:ext cx="1353600" cy="97337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81431BBF-A2BF-AAFA-9EEF-397AFFAAB3D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998378" y="800101"/>
            <a:ext cx="1353600" cy="9733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EC1588F-BC8B-0957-F063-0EBAE3F9D22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998378" y="2234354"/>
            <a:ext cx="1353600" cy="97337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60B7EC9-8740-55C5-DD16-406444E1CED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61663" y="2239711"/>
            <a:ext cx="1353600" cy="973375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1E254233-F1DE-AD42-FE40-72A3090F80C7}"/>
              </a:ext>
            </a:extLst>
          </p:cNvPr>
          <p:cNvCxnSpPr>
            <a:cxnSpLocks noChangeAspect="1"/>
            <a:stCxn id="6" idx="2"/>
            <a:endCxn id="10" idx="0"/>
          </p:cNvCxnSpPr>
          <p:nvPr/>
        </p:nvCxnSpPr>
        <p:spPr>
          <a:xfrm rot="16200000" flipH="1">
            <a:off x="3173703" y="1274950"/>
            <a:ext cx="466235" cy="1463285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2">
            <a:extLst>
              <a:ext uri="{FF2B5EF4-FFF2-40B4-BE49-F238E27FC236}">
                <a16:creationId xmlns:a16="http://schemas.microsoft.com/office/drawing/2014/main" id="{515F204E-EAE0-9869-43EB-3E9180038F3E}"/>
              </a:ext>
            </a:extLst>
          </p:cNvPr>
          <p:cNvCxnSpPr>
            <a:cxnSpLocks noChangeAspect="1"/>
            <a:stCxn id="8" idx="2"/>
            <a:endCxn id="3" idx="0"/>
          </p:cNvCxnSpPr>
          <p:nvPr/>
        </p:nvCxnSpPr>
        <p:spPr>
          <a:xfrm rot="5400000">
            <a:off x="1837238" y="4039319"/>
            <a:ext cx="1669531" cy="6350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12">
            <a:extLst>
              <a:ext uri="{FF2B5EF4-FFF2-40B4-BE49-F238E27FC236}">
                <a16:creationId xmlns:a16="http://schemas.microsoft.com/office/drawing/2014/main" id="{8165F557-212C-9875-7121-CD5886CCAE05}"/>
              </a:ext>
            </a:extLst>
          </p:cNvPr>
          <p:cNvCxnSpPr>
            <a:cxnSpLocks noChangeAspect="1"/>
            <a:stCxn id="10" idx="2"/>
            <a:endCxn id="3" idx="0"/>
          </p:cNvCxnSpPr>
          <p:nvPr/>
        </p:nvCxnSpPr>
        <p:spPr>
          <a:xfrm rot="5400000">
            <a:off x="2571559" y="3310356"/>
            <a:ext cx="1664174" cy="1469635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DE121851-D43C-9ED4-4902-4EEB60106BE9}"/>
              </a:ext>
            </a:extLst>
          </p:cNvPr>
          <p:cNvSpPr>
            <a:spLocks noChangeAspect="1"/>
          </p:cNvSpPr>
          <p:nvPr/>
        </p:nvSpPr>
        <p:spPr>
          <a:xfrm>
            <a:off x="1996653" y="66887"/>
            <a:ext cx="1356360" cy="41452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Start</a:t>
            </a:r>
          </a:p>
        </p:txBody>
      </p:sp>
      <p:cxnSp>
        <p:nvCxnSpPr>
          <p:cNvPr id="27" name="Conector de Seta Reta 12">
            <a:extLst>
              <a:ext uri="{FF2B5EF4-FFF2-40B4-BE49-F238E27FC236}">
                <a16:creationId xmlns:a16="http://schemas.microsoft.com/office/drawing/2014/main" id="{D809270C-F885-B1DD-2C41-F83356F5E7AD}"/>
              </a:ext>
            </a:extLst>
          </p:cNvPr>
          <p:cNvCxnSpPr>
            <a:cxnSpLocks noChangeAspect="1"/>
            <a:stCxn id="26" idx="2"/>
            <a:endCxn id="6" idx="0"/>
          </p:cNvCxnSpPr>
          <p:nvPr/>
        </p:nvCxnSpPr>
        <p:spPr>
          <a:xfrm rot="16200000" flipH="1">
            <a:off x="2515662" y="640585"/>
            <a:ext cx="318686" cy="345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de Seta Reta 12">
            <a:extLst>
              <a:ext uri="{FF2B5EF4-FFF2-40B4-BE49-F238E27FC236}">
                <a16:creationId xmlns:a16="http://schemas.microsoft.com/office/drawing/2014/main" id="{84C8C9E2-0002-EA15-F975-82CD4C1CA91A}"/>
              </a:ext>
            </a:extLst>
          </p:cNvPr>
          <p:cNvCxnSpPr>
            <a:cxnSpLocks noChangeAspect="1"/>
            <a:stCxn id="26" idx="2"/>
            <a:endCxn id="4" idx="0"/>
          </p:cNvCxnSpPr>
          <p:nvPr/>
        </p:nvCxnSpPr>
        <p:spPr>
          <a:xfrm rot="5400000">
            <a:off x="1582682" y="-297256"/>
            <a:ext cx="313481" cy="1870823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664CEEAF-F01E-A1CA-BD61-08B5A6AF18E4}"/>
              </a:ext>
            </a:extLst>
          </p:cNvPr>
          <p:cNvSpPr>
            <a:spLocks noChangeAspect="1"/>
          </p:cNvSpPr>
          <p:nvPr/>
        </p:nvSpPr>
        <p:spPr>
          <a:xfrm>
            <a:off x="1995618" y="6169321"/>
            <a:ext cx="1356360" cy="41452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Fim</a:t>
            </a:r>
          </a:p>
        </p:txBody>
      </p:sp>
      <p:cxnSp>
        <p:nvCxnSpPr>
          <p:cNvPr id="44" name="Conector de Seta Reta 12">
            <a:extLst>
              <a:ext uri="{FF2B5EF4-FFF2-40B4-BE49-F238E27FC236}">
                <a16:creationId xmlns:a16="http://schemas.microsoft.com/office/drawing/2014/main" id="{64C65FA7-4EFF-A53E-FE34-B059096E7879}"/>
              </a:ext>
            </a:extLst>
          </p:cNvPr>
          <p:cNvCxnSpPr>
            <a:cxnSpLocks noChangeAspect="1"/>
            <a:stCxn id="4" idx="2"/>
          </p:cNvCxnSpPr>
          <p:nvPr/>
        </p:nvCxnSpPr>
        <p:spPr>
          <a:xfrm rot="16200000" flipH="1">
            <a:off x="-464884" y="3039390"/>
            <a:ext cx="4398824" cy="1861036"/>
          </a:xfrm>
          <a:prstGeom prst="bentConnector3">
            <a:avLst>
              <a:gd name="adj1" fmla="val 95809"/>
            </a:avLst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 de Seta Reta 12">
            <a:extLst>
              <a:ext uri="{FF2B5EF4-FFF2-40B4-BE49-F238E27FC236}">
                <a16:creationId xmlns:a16="http://schemas.microsoft.com/office/drawing/2014/main" id="{8EB593D4-FB69-F609-A497-A04C99D81C31}"/>
              </a:ext>
            </a:extLst>
          </p:cNvPr>
          <p:cNvCxnSpPr>
            <a:cxnSpLocks noChangeAspect="1"/>
            <a:stCxn id="3" idx="2"/>
            <a:endCxn id="43" idx="0"/>
          </p:cNvCxnSpPr>
          <p:nvPr/>
        </p:nvCxnSpPr>
        <p:spPr>
          <a:xfrm rot="16200000" flipH="1">
            <a:off x="2511970" y="6007493"/>
            <a:ext cx="318686" cy="4970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2C45C4B6-238C-CFD7-E61D-3EB24FBD9A07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390995" y="2211331"/>
            <a:ext cx="1356360" cy="97536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8C00BA37-0414-9FC9-E614-28F19C457666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857041" y="2217681"/>
            <a:ext cx="1356360" cy="975360"/>
          </a:xfrm>
          <a:prstGeom prst="rect">
            <a:avLst/>
          </a:prstGeom>
        </p:spPr>
      </p:pic>
      <p:cxnSp>
        <p:nvCxnSpPr>
          <p:cNvPr id="15" name="Conector de Seta Reta 12">
            <a:extLst>
              <a:ext uri="{FF2B5EF4-FFF2-40B4-BE49-F238E27FC236}">
                <a16:creationId xmlns:a16="http://schemas.microsoft.com/office/drawing/2014/main" id="{14F83148-7910-8804-B294-0CB6EDA11948}"/>
              </a:ext>
            </a:extLst>
          </p:cNvPr>
          <p:cNvCxnSpPr>
            <a:cxnSpLocks noChangeAspect="1"/>
            <a:stCxn id="6" idx="2"/>
            <a:endCxn id="14" idx="0"/>
          </p:cNvCxnSpPr>
          <p:nvPr/>
        </p:nvCxnSpPr>
        <p:spPr>
          <a:xfrm rot="16200000" flipH="1">
            <a:off x="5383097" y="-934444"/>
            <a:ext cx="444205" cy="5860043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2">
            <a:extLst>
              <a:ext uri="{FF2B5EF4-FFF2-40B4-BE49-F238E27FC236}">
                <a16:creationId xmlns:a16="http://schemas.microsoft.com/office/drawing/2014/main" id="{4461F5D7-9F4B-ECE9-8200-D452FF1C84A3}"/>
              </a:ext>
            </a:extLst>
          </p:cNvPr>
          <p:cNvCxnSpPr>
            <a:cxnSpLocks noChangeAspect="1"/>
            <a:stCxn id="6" idx="2"/>
            <a:endCxn id="8" idx="0"/>
          </p:cNvCxnSpPr>
          <p:nvPr/>
        </p:nvCxnSpPr>
        <p:spPr>
          <a:xfrm rot="5400000">
            <a:off x="2444739" y="2003915"/>
            <a:ext cx="460878" cy="12700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12">
            <a:extLst>
              <a:ext uri="{FF2B5EF4-FFF2-40B4-BE49-F238E27FC236}">
                <a16:creationId xmlns:a16="http://schemas.microsoft.com/office/drawing/2014/main" id="{C10EA0AB-F71C-CEA0-C64B-E0209D26DF9F}"/>
              </a:ext>
            </a:extLst>
          </p:cNvPr>
          <p:cNvCxnSpPr>
            <a:cxnSpLocks noChangeAspect="1"/>
            <a:stCxn id="6" idx="2"/>
            <a:endCxn id="7" idx="0"/>
          </p:cNvCxnSpPr>
          <p:nvPr/>
        </p:nvCxnSpPr>
        <p:spPr>
          <a:xfrm rot="16200000" flipH="1">
            <a:off x="4653249" y="-204596"/>
            <a:ext cx="437855" cy="4393997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2" name="Imagem 61">
            <a:extLst>
              <a:ext uri="{FF2B5EF4-FFF2-40B4-BE49-F238E27FC236}">
                <a16:creationId xmlns:a16="http://schemas.microsoft.com/office/drawing/2014/main" id="{B56A49F6-40F1-C2E0-8DF9-4D39F9ED765A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857041" y="3649812"/>
            <a:ext cx="1356360" cy="975360"/>
          </a:xfrm>
          <a:prstGeom prst="rect">
            <a:avLst/>
          </a:prstGeom>
        </p:spPr>
      </p:pic>
      <p:pic>
        <p:nvPicPr>
          <p:cNvPr id="64" name="Imagem 63">
            <a:extLst>
              <a:ext uri="{FF2B5EF4-FFF2-40B4-BE49-F238E27FC236}">
                <a16:creationId xmlns:a16="http://schemas.microsoft.com/office/drawing/2014/main" id="{0FD2BFED-EA1B-80E7-B74C-FC4F49C956F2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323087" y="3649812"/>
            <a:ext cx="1356360" cy="975360"/>
          </a:xfrm>
          <a:prstGeom prst="rect">
            <a:avLst/>
          </a:prstGeom>
        </p:spPr>
      </p:pic>
      <p:pic>
        <p:nvPicPr>
          <p:cNvPr id="66" name="Imagem 65">
            <a:extLst>
              <a:ext uri="{FF2B5EF4-FFF2-40B4-BE49-F238E27FC236}">
                <a16:creationId xmlns:a16="http://schemas.microsoft.com/office/drawing/2014/main" id="{C9EB281E-D795-99C7-7241-1A271F3CCF44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924948" y="3660270"/>
            <a:ext cx="1356360" cy="975360"/>
          </a:xfrm>
          <a:prstGeom prst="rect">
            <a:avLst/>
          </a:prstGeom>
        </p:spPr>
      </p:pic>
      <p:pic>
        <p:nvPicPr>
          <p:cNvPr id="68" name="Imagem 67">
            <a:extLst>
              <a:ext uri="{FF2B5EF4-FFF2-40B4-BE49-F238E27FC236}">
                <a16:creationId xmlns:a16="http://schemas.microsoft.com/office/drawing/2014/main" id="{B5A9FB0A-0A1D-33CC-B934-0A8A6E754F74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390994" y="3666621"/>
            <a:ext cx="1356360" cy="975360"/>
          </a:xfrm>
          <a:prstGeom prst="rect">
            <a:avLst/>
          </a:prstGeom>
        </p:spPr>
      </p:pic>
      <p:cxnSp>
        <p:nvCxnSpPr>
          <p:cNvPr id="69" name="Conector de Seta Reta 12">
            <a:extLst>
              <a:ext uri="{FF2B5EF4-FFF2-40B4-BE49-F238E27FC236}">
                <a16:creationId xmlns:a16="http://schemas.microsoft.com/office/drawing/2014/main" id="{5E7B1FCA-C278-9D78-4E66-8AB14D8F6F0E}"/>
              </a:ext>
            </a:extLst>
          </p:cNvPr>
          <p:cNvCxnSpPr>
            <a:cxnSpLocks noChangeAspect="1"/>
            <a:stCxn id="7" idx="2"/>
            <a:endCxn id="66" idx="0"/>
          </p:cNvCxnSpPr>
          <p:nvPr/>
        </p:nvCxnSpPr>
        <p:spPr>
          <a:xfrm rot="5400000">
            <a:off x="6099363" y="2690457"/>
            <a:ext cx="473579" cy="1466047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12">
            <a:extLst>
              <a:ext uri="{FF2B5EF4-FFF2-40B4-BE49-F238E27FC236}">
                <a16:creationId xmlns:a16="http://schemas.microsoft.com/office/drawing/2014/main" id="{E86086F6-AB01-B725-3C98-FBFD8E5C8126}"/>
              </a:ext>
            </a:extLst>
          </p:cNvPr>
          <p:cNvCxnSpPr>
            <a:cxnSpLocks noChangeAspect="1"/>
            <a:stCxn id="7" idx="2"/>
            <a:endCxn id="62" idx="0"/>
          </p:cNvCxnSpPr>
          <p:nvPr/>
        </p:nvCxnSpPr>
        <p:spPr>
          <a:xfrm rot="16200000" flipH="1">
            <a:off x="7570638" y="2685228"/>
            <a:ext cx="463121" cy="1466046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12">
            <a:extLst>
              <a:ext uri="{FF2B5EF4-FFF2-40B4-BE49-F238E27FC236}">
                <a16:creationId xmlns:a16="http://schemas.microsoft.com/office/drawing/2014/main" id="{BDB46F66-1DB7-2883-45D9-C06AB4017E48}"/>
              </a:ext>
            </a:extLst>
          </p:cNvPr>
          <p:cNvCxnSpPr>
            <a:cxnSpLocks noChangeAspect="1"/>
            <a:stCxn id="14" idx="2"/>
            <a:endCxn id="64" idx="0"/>
          </p:cNvCxnSpPr>
          <p:nvPr/>
        </p:nvCxnSpPr>
        <p:spPr>
          <a:xfrm rot="16200000" flipH="1">
            <a:off x="9039859" y="2688403"/>
            <a:ext cx="456771" cy="1466046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ector de Seta Reta 12">
            <a:extLst>
              <a:ext uri="{FF2B5EF4-FFF2-40B4-BE49-F238E27FC236}">
                <a16:creationId xmlns:a16="http://schemas.microsoft.com/office/drawing/2014/main" id="{294328D0-AF61-47F4-DA7B-9F8535641802}"/>
              </a:ext>
            </a:extLst>
          </p:cNvPr>
          <p:cNvCxnSpPr>
            <a:cxnSpLocks noChangeAspect="1"/>
            <a:stCxn id="14" idx="2"/>
            <a:endCxn id="68" idx="0"/>
          </p:cNvCxnSpPr>
          <p:nvPr/>
        </p:nvCxnSpPr>
        <p:spPr>
          <a:xfrm rot="5400000">
            <a:off x="7565408" y="2696808"/>
            <a:ext cx="473580" cy="1466047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DBF7BA9C-8044-B8F8-C8EB-F9DEA4DE8029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5663" y="794896"/>
            <a:ext cx="1356694" cy="975600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37D30AD4-EE43-06ED-7EE3-FAC38C23393A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992299" y="385706"/>
            <a:ext cx="1695450" cy="121920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4EEEC016-3BFC-BE6D-92A1-95B407E748BC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820843" y="419247"/>
            <a:ext cx="1695450" cy="121920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2B44AF1F-1EFF-ED0C-D5CC-002D1D3F395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14233" y="419247"/>
            <a:ext cx="169545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023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59DA0-457B-1B9D-2BEF-77CFB82EB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5DB11C7-9C4D-91AD-3653-F18025A4232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5185" y="111816"/>
            <a:ext cx="1141425" cy="8208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37F8D19-79E6-F626-FF85-1FBA5E53E9A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68034" y="971028"/>
            <a:ext cx="1141425" cy="8208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476CFF5C-E9FA-DB5F-5908-C366C2D3EC3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26610" y="956735"/>
            <a:ext cx="1141425" cy="820800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A5D3FA14-AE29-2A96-8CBF-6C629C3EA16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586831" y="1852714"/>
            <a:ext cx="1141425" cy="820800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54AA3637-9804-2D36-AB26-032DA72CF2C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68035" y="1825268"/>
            <a:ext cx="1141425" cy="820800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10D3BD53-1C17-5039-77D5-7D6FA98A2011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805627" y="2673514"/>
            <a:ext cx="1141425" cy="820800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D14686A4-7EE8-8B96-699D-7DD9F6D16122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307274" y="2485848"/>
            <a:ext cx="1141425" cy="820800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134F632C-3F68-3623-AB78-12A86B6E9247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805627" y="3522900"/>
            <a:ext cx="1141425" cy="820800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600E6DC5-EBE5-350B-BD4C-9B38C68D7E11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947052" y="3494314"/>
            <a:ext cx="1141425" cy="820800"/>
          </a:xfrm>
          <a:prstGeom prst="rect">
            <a:avLst/>
          </a:prstGeom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1BC44BDC-147A-7967-2BB6-BD7C931CE0EA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024424" y="4380861"/>
            <a:ext cx="1141425" cy="820800"/>
          </a:xfrm>
          <a:prstGeom prst="rect">
            <a:avLst/>
          </a:prstGeom>
        </p:spPr>
      </p:pic>
      <p:pic>
        <p:nvPicPr>
          <p:cNvPr id="42" name="Imagem 41">
            <a:extLst>
              <a:ext uri="{FF2B5EF4-FFF2-40B4-BE49-F238E27FC236}">
                <a16:creationId xmlns:a16="http://schemas.microsoft.com/office/drawing/2014/main" id="{54B834B9-3511-0A15-4CA8-4FF02D89A937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165849" y="4380861"/>
            <a:ext cx="1141425" cy="820800"/>
          </a:xfrm>
          <a:prstGeom prst="rect">
            <a:avLst/>
          </a:prstGeom>
        </p:spPr>
      </p:pic>
      <p:pic>
        <p:nvPicPr>
          <p:cNvPr id="47" name="Imagem 46">
            <a:extLst>
              <a:ext uri="{FF2B5EF4-FFF2-40B4-BE49-F238E27FC236}">
                <a16:creationId xmlns:a16="http://schemas.microsoft.com/office/drawing/2014/main" id="{43F6DA35-2442-0550-1E5A-B30D68FD303F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448699" y="4258942"/>
            <a:ext cx="1141425" cy="820800"/>
          </a:xfrm>
          <a:prstGeom prst="rect">
            <a:avLst/>
          </a:prstGeom>
        </p:spPr>
      </p:pic>
      <p:pic>
        <p:nvPicPr>
          <p:cNvPr id="49" name="Imagem 48">
            <a:extLst>
              <a:ext uri="{FF2B5EF4-FFF2-40B4-BE49-F238E27FC236}">
                <a16:creationId xmlns:a16="http://schemas.microsoft.com/office/drawing/2014/main" id="{2B8AACB9-C38B-726C-2BED-9145BB34C906}"/>
              </a:ext>
            </a:extLst>
          </p:cNvPr>
          <p:cNvPicPr>
            <a:picLocks noChangeAspect="1"/>
          </p:cNvPicPr>
          <p:nvPr/>
        </p:nvPicPr>
        <p:blipFill>
          <a:blip r:embed="rId14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307274" y="3335234"/>
            <a:ext cx="1141425" cy="820800"/>
          </a:xfrm>
          <a:prstGeom prst="rect">
            <a:avLst/>
          </a:prstGeom>
        </p:spPr>
      </p:pic>
      <p:pic>
        <p:nvPicPr>
          <p:cNvPr id="51" name="Imagem 50">
            <a:extLst>
              <a:ext uri="{FF2B5EF4-FFF2-40B4-BE49-F238E27FC236}">
                <a16:creationId xmlns:a16="http://schemas.microsoft.com/office/drawing/2014/main" id="{16E098FD-B214-A42D-21A5-EA732B0CB36E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448699" y="3350381"/>
            <a:ext cx="1141425" cy="820800"/>
          </a:xfrm>
          <a:prstGeom prst="rect">
            <a:avLst/>
          </a:prstGeom>
        </p:spPr>
      </p:pic>
      <p:pic>
        <p:nvPicPr>
          <p:cNvPr id="53" name="Imagem 52">
            <a:extLst>
              <a:ext uri="{FF2B5EF4-FFF2-40B4-BE49-F238E27FC236}">
                <a16:creationId xmlns:a16="http://schemas.microsoft.com/office/drawing/2014/main" id="{5F180029-E874-BDA6-C4CB-90ED585C1FD8}"/>
              </a:ext>
            </a:extLst>
          </p:cNvPr>
          <p:cNvPicPr>
            <a:picLocks noChangeAspect="1"/>
          </p:cNvPicPr>
          <p:nvPr/>
        </p:nvPicPr>
        <p:blipFill>
          <a:blip r:embed="rId16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590124" y="4258942"/>
            <a:ext cx="1141425" cy="8208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2B163A2-81D0-70C0-27AD-88C32308CA1C}"/>
              </a:ext>
            </a:extLst>
          </p:cNvPr>
          <p:cNvPicPr>
            <a:picLocks noChangeAspect="1"/>
          </p:cNvPicPr>
          <p:nvPr/>
        </p:nvPicPr>
        <p:blipFill>
          <a:blip r:embed="rId17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175876" y="111816"/>
            <a:ext cx="1695450" cy="12192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40B9C2D-7912-B945-7580-63FFD7A6128B}"/>
              </a:ext>
            </a:extLst>
          </p:cNvPr>
          <p:cNvPicPr>
            <a:picLocks noChangeAspect="1"/>
          </p:cNvPicPr>
          <p:nvPr/>
        </p:nvPicPr>
        <p:blipFill>
          <a:blip r:embed="rId18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406706" y="106215"/>
            <a:ext cx="1695450" cy="12192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9263705-48AA-933A-97C5-0B581B4744C6}"/>
              </a:ext>
            </a:extLst>
          </p:cNvPr>
          <p:cNvPicPr>
            <a:picLocks noChangeAspect="1"/>
          </p:cNvPicPr>
          <p:nvPr/>
        </p:nvPicPr>
        <p:blipFill>
          <a:blip r:embed="rId19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645307" y="147935"/>
            <a:ext cx="1695450" cy="12192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79D8F340-628E-216A-736D-1AC13882454B}"/>
              </a:ext>
            </a:extLst>
          </p:cNvPr>
          <p:cNvPicPr>
            <a:picLocks noChangeAspect="1"/>
          </p:cNvPicPr>
          <p:nvPr/>
        </p:nvPicPr>
        <p:blipFill>
          <a:blip r:embed="rId20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883908" y="142178"/>
            <a:ext cx="1695450" cy="1219200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34382B2D-BCBD-9DDC-4AA5-57229EDDEDA9}"/>
              </a:ext>
            </a:extLst>
          </p:cNvPr>
          <p:cNvPicPr>
            <a:picLocks noChangeAspect="1"/>
          </p:cNvPicPr>
          <p:nvPr/>
        </p:nvPicPr>
        <p:blipFill>
          <a:blip r:embed="rId21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664202" y="5241394"/>
            <a:ext cx="1141425" cy="820800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FDE5826F-E29D-8099-31B5-F7C2733034DF}"/>
              </a:ext>
            </a:extLst>
          </p:cNvPr>
          <p:cNvPicPr>
            <a:picLocks noChangeAspect="1"/>
          </p:cNvPicPr>
          <p:nvPr/>
        </p:nvPicPr>
        <p:blipFill>
          <a:blip r:embed="rId22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882999" y="5241394"/>
            <a:ext cx="1141425" cy="820800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D1A3E811-8F34-1E28-AF1E-3A37B95D0AEE}"/>
              </a:ext>
            </a:extLst>
          </p:cNvPr>
          <p:cNvPicPr>
            <a:picLocks noChangeAspect="1"/>
          </p:cNvPicPr>
          <p:nvPr/>
        </p:nvPicPr>
        <p:blipFill>
          <a:blip r:embed="rId23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664201" y="6037200"/>
            <a:ext cx="1141425" cy="8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8671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3814</TotalTime>
  <Words>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Alysson Ribeiro das Neves</dc:creator>
  <cp:lastModifiedBy>Alysson Ribeiro das Neves</cp:lastModifiedBy>
  <cp:revision>17</cp:revision>
  <dcterms:created xsi:type="dcterms:W3CDTF">2026-06-28T13:20:30Z</dcterms:created>
  <dcterms:modified xsi:type="dcterms:W3CDTF">2026-07-05T09:22:37Z</dcterms:modified>
</cp:coreProperties>
</file>